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BC58-E1AF-1831-3854-447F6997C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CBAF9-11A2-7DBD-03C4-3C12134A8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F2A56-513A-4D30-E2B6-4F07DB93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2B23-133D-2564-CFE2-14C04E4F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2695D-826E-4014-7DCE-085DF894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463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8137-1668-05C0-1920-33D6E35E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6059-C6E5-A167-40F4-B2AB9837A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3EE6-E3D3-815C-F710-5A6DEAA0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A745-B2E9-2634-4E6C-F05173B4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C3D14-B3C0-A12B-FD41-D7F7926C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43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3D49-C99B-771A-FF24-C5852DDB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08AF0-00AC-570D-4F8F-8FB34F29D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9459-45B7-832B-A701-99F1ECA3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E5310-02CB-7754-F20D-D82EA0FC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0CCB-50B6-AA10-F6DA-43980112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737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1BE7-4DF6-FAFA-C0EA-661DB8D5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4441-EFDD-C2A0-7616-690645E5D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C7E31-89F5-4788-7BE6-AA0259497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F7161-B938-8715-7470-12662F1A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548CC-0C17-BDE8-F664-5DF5CDFD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A7427-B3D1-E933-704D-7CAD1128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721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BD45-A6C7-E6EA-64F1-2979E69B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664EC-FDE8-53ED-28C9-A118B2411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31363-F862-0CE7-4728-745E0F393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3DF47-035B-8C9C-631A-DBFAD5828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2D865-E1B1-0DBD-92B2-1D031613E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86AEE-B4F0-CC01-081F-4D19DCAD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FA072-13B7-8C0C-2936-FD821FA1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AE7D0-8FE9-5922-322E-0CF46EB4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879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ED77-9AC3-8E39-C276-DAD112FF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E47B1-0A4E-6859-5044-5F9EF640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632A8-795B-8B4C-D814-10C261E8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A803B-A79D-1F42-403B-826718A0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397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D1B8F-48CB-2085-BFEC-5149A4A1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71E6D-25FB-91C8-3088-B1163EF6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33D21-E32B-F88F-445D-1B8020A1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288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E8E7-D5EA-341A-547A-2421A9EA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1A88F-20ED-8CEC-329F-762B13C3E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C830F-7778-7F9F-BBFC-483A553A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FEB8F-02D6-9C7F-8DFC-EE61A340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D12E4-42F4-C09D-19EF-D116844D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20549-08F1-C8E8-BE3D-29A0C731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895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08CE-C192-B35B-20DA-8352B070E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1B809-F7E0-CB6E-69EC-0EEC10EE5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3C5F6-30B5-11E9-0360-A2CF29DC3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3B564-2D73-DCED-D56D-49951AE5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532F7-FD19-16CD-1A4F-407F4106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CE747-B147-6C80-5AF4-03C6D3EF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536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3378-B316-1B69-8608-5F50A70D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4FE96-D27D-DD04-D1C9-59AF7860E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711B2-3865-09E1-4FA0-CC05FACC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A595B-E243-B61A-E108-75716A72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87F7F-87B9-D183-48CB-50F23056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332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BEEEC-2062-28F3-6446-299EE1FC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0F691-DC67-3183-B27A-19984C419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594B-B48F-C608-B238-A7D198E5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9E3C-C1C7-CA4D-35D6-FF2F3F95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1F8A-1999-1407-272C-ACC83A69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298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5CABA-B89A-4AB4-F536-93D8D596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0D1A5-36AC-D918-6606-41A77E4BC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13FB0-45F2-6332-BE9D-2108C2339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82291-C431-4D35-8525-88E8199C9CBD}" type="datetimeFigureOut">
              <a:rPr lang="en-ID" smtClean="0"/>
              <a:t>26/08/2026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68E8B-0BA2-2CA3-516C-CD548FEF6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94733-D73A-B662-8C3F-BAB91F3C0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BCF8D-C48C-4C33-B0E0-C3849A936A0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251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D102-6E34-7CBD-179B-0F5FA6D6B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HELLO INI DOCUMENT </a:t>
            </a:r>
            <a:r>
              <a:rPr lang="it-IT"/>
              <a:t>PADA POWER POINT</a:t>
            </a:r>
            <a:br>
              <a:rPr lang="it-IT" dirty="0"/>
            </a:b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F4A5-1A9D-B1E6-8E7D-0E49B9601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686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HELLO INI DOCUMENT PADA POWER POINT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Kejari Pidie</dc:creator>
  <cp:lastModifiedBy>Kejari Pidie</cp:lastModifiedBy>
  <cp:revision>2</cp:revision>
  <dcterms:created xsi:type="dcterms:W3CDTF">2026-08-26T03:39:15Z</dcterms:created>
  <dcterms:modified xsi:type="dcterms:W3CDTF">2026-08-26T03:39:39Z</dcterms:modified>
</cp:coreProperties>
</file>